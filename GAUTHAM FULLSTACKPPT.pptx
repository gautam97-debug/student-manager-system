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9" r:id="rId14"/>
    <p:sldId id="267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AD37BE-3BF0-3109-86B0-50EE692E9B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C52FFD-D87C-4D4C-A119-C601217433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668FA1-78D3-A9CD-7703-45812B6D95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7982E0-AFDF-46DB-ACC5-2B390313E12B}" type="datetimeFigureOut">
              <a:rPr lang="en-IN" smtClean="0"/>
              <a:t>29-10-2025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5818EB-F0BD-C764-D6BF-4B75C61E0B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E32778-F1C9-AE25-5CC5-37F16E46D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00D8A-9A59-464C-BF17-876FBC9A04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61297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D2346-75CA-9F2E-25DF-896AB3CA5B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EF5AAD-830E-E1DC-4987-53B81359AD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AB18E9-8488-D898-72F7-96BF52538D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7982E0-AFDF-46DB-ACC5-2B390313E12B}" type="datetimeFigureOut">
              <a:rPr lang="en-IN" smtClean="0"/>
              <a:t>29-10-2025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F2E261-148B-D963-C6CD-4AC0035FCE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F2A59A-5FAF-CB12-2EEC-10CC1FA0BA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00D8A-9A59-464C-BF17-876FBC9A04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11559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832FC0-CD64-2AF6-18AF-C8661AB527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5DEC9B-9D09-070D-AD80-6C0DE71F04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01E0F0-F062-610C-4452-2C8FE366AD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7982E0-AFDF-46DB-ACC5-2B390313E12B}" type="datetimeFigureOut">
              <a:rPr lang="en-IN" smtClean="0"/>
              <a:t>29-10-2025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D4FB69-94AD-3410-8B11-1BB231B9E3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F8FEB3-E0CC-0239-FE89-10236E5158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00D8A-9A59-464C-BF17-876FBC9A04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1867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20C93C-3857-35FC-34CC-4E69BD0C39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7DBBFB-89DA-DD25-9009-BC12D01DFE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9D6B8A-0734-6E0B-42E2-371C2EFCC7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326C98-3023-3AE8-44FF-4FB7E882D3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7982E0-AFDF-46DB-ACC5-2B390313E12B}" type="datetimeFigureOut">
              <a:rPr lang="en-IN" smtClean="0"/>
              <a:t>29-10-2025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103C71-21ED-E23F-CB97-36190772DE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D157A9-7E07-0E69-1A47-C0B5E4ABE9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00D8A-9A59-464C-BF17-876FBC9A04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92587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25971-D196-C941-DE17-BC2FDAB676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92B038-23DE-CAA5-DA8A-7260FF60E9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ACD433-A7A9-3F2A-52D2-8BABFFD6F8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EC186A7-04F8-B573-9AB0-6878C8226A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8A32A0A-9825-0462-78ED-A3CE475FEF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65CEA36-654D-3B56-D35E-1E509282A8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7982E0-AFDF-46DB-ACC5-2B390313E12B}" type="datetimeFigureOut">
              <a:rPr lang="en-IN" smtClean="0"/>
              <a:t>29-10-2025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DC06290-882C-0C8B-E691-AAB6C9C7E8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38CFBC8-E863-7921-1503-7576EB9D51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00D8A-9A59-464C-BF17-876FBC9A04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05109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45E78D-470C-1E0D-C8D8-36B72DFCD5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6675D9F-822E-8DAA-A4F1-0424D6FC74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7982E0-AFDF-46DB-ACC5-2B390313E12B}" type="datetimeFigureOut">
              <a:rPr lang="en-IN" smtClean="0"/>
              <a:t>29-10-2025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96B424-505B-28D2-9766-554D0DC79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CCB78C-506C-524B-1F31-6781EFD93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00D8A-9A59-464C-BF17-876FBC9A04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69320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E6081A-6AB1-6DF1-CA25-2C55EAE996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7982E0-AFDF-46DB-ACC5-2B390313E12B}" type="datetimeFigureOut">
              <a:rPr lang="en-IN" smtClean="0"/>
              <a:t>29-10-2025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F81C886-DF2B-ED22-3A0F-265714488C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0C946B-8E13-A63E-B3EE-DF0E769CC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00D8A-9A59-464C-BF17-876FBC9A04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03047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92C90-031C-313A-D0BA-131D5CB43A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A1D9AD-AB23-BA1B-4CAD-2EAF796708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7C05C-9680-FACF-873B-CF17A484B8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9D651F-7D9A-AB45-C969-15419D8417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7982E0-AFDF-46DB-ACC5-2B390313E12B}" type="datetimeFigureOut">
              <a:rPr lang="en-IN" smtClean="0"/>
              <a:t>29-10-2025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0F15EA-855C-773F-BB19-1D90591B4B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41D9FC-2A53-A992-07DE-1D49456C8E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00D8A-9A59-464C-BF17-876FBC9A04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0889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1EE74F-84DF-D213-CF1A-7944E44917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2A6F70D-577C-9C89-F9D2-CAFCE85E61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1EDF8A-8542-38D1-A805-3398C4B51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C71663-CFC7-CE59-3F5A-8F9E44CE88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7982E0-AFDF-46DB-ACC5-2B390313E12B}" type="datetimeFigureOut">
              <a:rPr lang="en-IN" smtClean="0"/>
              <a:t>29-10-2025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A4E660-AE34-BFE5-4484-07F661862A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2D4160-2B6A-8D93-E2A9-6E89284C4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00D8A-9A59-464C-BF17-876FBC9A04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74265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946C6C-50B6-C681-6986-3515D0027A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1DC45B-9052-473F-7198-C72FA81AB1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32D269-34EB-3CB0-4DAE-32FE05EE83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7982E0-AFDF-46DB-ACC5-2B390313E12B}" type="datetimeFigureOut">
              <a:rPr lang="en-IN" smtClean="0"/>
              <a:t>29-10-2025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400D94-B6C1-C83D-A1B8-4836CCAD54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7F6987-0EA3-821F-7E8A-D31D57906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00D8A-9A59-464C-BF17-876FBC9A04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06907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0A27C7B-830A-76ED-FCF1-5C5BD6F5DA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CC0A09-EB11-8ED8-D53D-7DB8D242DD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B9DC97-CA0E-302D-AA0D-2B5030764F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7982E0-AFDF-46DB-ACC5-2B390313E12B}" type="datetimeFigureOut">
              <a:rPr lang="en-IN" smtClean="0"/>
              <a:t>29-10-2025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718AC1-BF2B-7014-E4E7-D8A3956DB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A9C77-7827-2DDC-2171-0A20C8E571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00D8A-9A59-464C-BF17-876FBC9A04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17115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8F39E34-1BC9-4207-8633-918EF75EF3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9F0ED0-8F5D-2459-AE50-5F63E6AE8B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69CB6B-EAF0-9A4B-85FC-1AE88796B9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7982E0-AFDF-46DB-ACC5-2B390313E12B}" type="datetimeFigureOut">
              <a:rPr lang="en-IN" smtClean="0"/>
              <a:t>29-10-2025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D39207-7729-01BB-1AEA-D88334679E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34A74B-A412-243A-FEC0-020B08D46C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600D8A-9A59-464C-BF17-876FBC9A04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97603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07D578-0582-4D14-5F93-4BD4B5963DE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b="1" dirty="0"/>
              <a:t>STUDENT MANAGER SYSTEM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6D598A-B5BD-EBE9-7C78-FBE6F9811F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36420" y="3602038"/>
            <a:ext cx="8831580" cy="1419542"/>
          </a:xfrm>
        </p:spPr>
        <p:txBody>
          <a:bodyPr>
            <a:normAutofit/>
          </a:bodyPr>
          <a:lstStyle/>
          <a:p>
            <a:r>
              <a:rPr lang="en-IN" dirty="0"/>
              <a:t>                                                                                                 PREPARED BY</a:t>
            </a:r>
          </a:p>
          <a:p>
            <a:r>
              <a:rPr lang="en-IN" dirty="0"/>
              <a:t>                                                                                       GAUTHAM BAHADUR              </a:t>
            </a:r>
          </a:p>
          <a:p>
            <a:r>
              <a:rPr lang="en-IN" dirty="0"/>
              <a:t>                                                                                                          43110256</a:t>
            </a:r>
          </a:p>
        </p:txBody>
      </p:sp>
    </p:spTree>
    <p:extLst>
      <p:ext uri="{BB962C8B-B14F-4D97-AF65-F5344CB8AC3E}">
        <p14:creationId xmlns:p14="http://schemas.microsoft.com/office/powerpoint/2010/main" val="1995160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EE75A5-AD25-F35F-05B4-D1E81778C3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ABSTRACT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7A3CD6-0C88-25CD-1CC0-366ADEF2A3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Student Manager System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is a web-based full-stack application designed to maintain and manage student information effectively.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The system allows users to add, update, delete, and view student details through a simple user-friendly interface.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It combines an interactive frontend built using HTML, CSS, and JavaScript with a powerful Spring Boot backend that performs CRUD operations and stores data securely in a database.</a:t>
            </a:r>
            <a:b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28110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A36F6A-F0B0-D110-C24B-8EA48FD4C6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EXISTING SYSTEM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B4BFBFE-3F4C-0676-BA6B-2687074AE96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63880" y="1849130"/>
            <a:ext cx="8523671" cy="24245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Most traditional student data management is manual or stored in Excel sheets.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updates are time-consuming and error-prone.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Limited accessibility and no centralized control.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Lack of real-time updates and automated processing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851923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A0CA05-B3E6-0429-E566-D2F6C08F54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PROPOSED SYSTEM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10E5204-01CA-9822-CD37-7B2FBE0DA24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55320" y="1336055"/>
            <a:ext cx="7043325" cy="36901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web-based solution that automates student record management.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Provides quick operations like 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Add, View, Edit, Delete.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Uses a 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centralized database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store and manage data.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Allows fast retrieval and updates through RESTful APIs.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User-friendly interface accessible from any browser.</a:t>
            </a:r>
          </a:p>
        </p:txBody>
      </p:sp>
    </p:spTree>
    <p:extLst>
      <p:ext uri="{BB962C8B-B14F-4D97-AF65-F5344CB8AC3E}">
        <p14:creationId xmlns:p14="http://schemas.microsoft.com/office/powerpoint/2010/main" val="8197812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805CB5-7E2D-F282-35EC-BBD0F44FDA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ADVANTAGES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1E0D8F-F9B3-E9B8-8BA3-73F344A63E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 Fast and easy management of student details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Secure data storage with MySQL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Simple UI/UX design using HTML, CSS, JS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Platform independent (works on any device)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Real-time updates and dynamic interface</a:t>
            </a:r>
            <a:br>
              <a:rPr lang="en-IN" dirty="0"/>
            </a:br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9359813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960AE9-BC99-E8AA-F803-061F3EC973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DISADVANTAGES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C114C4-183C-1337-2DA0-0CDBA115BC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Requires an active internet connection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Backend setup needed before use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Limited user authentication (if not implemented)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Cannot function offline</a:t>
            </a:r>
            <a:b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3820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599B48-B96B-985C-DA47-FBFAAF6036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HARDWARE REQUIREMENTS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9A52704-0543-8A4A-7870-4544E732F71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33688577"/>
              </p:ext>
            </p:extLst>
          </p:nvPr>
        </p:nvGraphicFramePr>
        <p:xfrm>
          <a:off x="640080" y="1584960"/>
          <a:ext cx="10713720" cy="3513612"/>
        </p:xfrm>
        <a:graphic>
          <a:graphicData uri="http://schemas.openxmlformats.org/drawingml/2006/table">
            <a:tbl>
              <a:tblPr/>
              <a:tblGrid>
                <a:gridCol w="5356860">
                  <a:extLst>
                    <a:ext uri="{9D8B030D-6E8A-4147-A177-3AD203B41FA5}">
                      <a16:colId xmlns:a16="http://schemas.microsoft.com/office/drawing/2014/main" val="1085373498"/>
                    </a:ext>
                  </a:extLst>
                </a:gridCol>
                <a:gridCol w="5356860">
                  <a:extLst>
                    <a:ext uri="{9D8B030D-6E8A-4147-A177-3AD203B41FA5}">
                      <a16:colId xmlns:a16="http://schemas.microsoft.com/office/drawing/2014/main" val="3482941246"/>
                    </a:ext>
                  </a:extLst>
                </a:gridCol>
              </a:tblGrid>
              <a:tr h="585602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dirty="0"/>
                        <a:t>Component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dirty="0"/>
                        <a:t>Specification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8921735"/>
                  </a:ext>
                </a:extLst>
              </a:tr>
              <a:tr h="585602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/>
                        <a:t>Processor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Intel Core i3 or above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2988308"/>
                  </a:ext>
                </a:extLst>
              </a:tr>
              <a:tr h="585602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dirty="0"/>
                        <a:t>RAM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dirty="0"/>
                        <a:t>Minimum 4 GB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8693343"/>
                  </a:ext>
                </a:extLst>
              </a:tr>
              <a:tr h="585602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/>
                        <a:t>Storage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500 MB for project files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1063631"/>
                  </a:ext>
                </a:extLst>
              </a:tr>
              <a:tr h="585602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/>
                        <a:t>Operating System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Windows 10 / 11 or Linux / macOS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2903218"/>
                  </a:ext>
                </a:extLst>
              </a:tr>
              <a:tr h="585602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dirty="0"/>
                        <a:t>Browser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dirty="0"/>
                        <a:t>Google Chrome / Edge / Firefox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05517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724192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EAB129-68CD-2E9C-B54E-7162820DA4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SOFTWARE REQUIREMENTS </a:t>
            </a:r>
          </a:p>
        </p:txBody>
      </p:sp>
      <p:graphicFrame>
        <p:nvGraphicFramePr>
          <p:cNvPr id="20" name="Content Placeholder 19">
            <a:extLst>
              <a:ext uri="{FF2B5EF4-FFF2-40B4-BE49-F238E27FC236}">
                <a16:creationId xmlns:a16="http://schemas.microsoft.com/office/drawing/2014/main" id="{1E245FFB-41A5-6D03-46EA-D2576ED6D56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50890819"/>
              </p:ext>
            </p:extLst>
          </p:nvPr>
        </p:nvGraphicFramePr>
        <p:xfrm>
          <a:off x="746760" y="1607820"/>
          <a:ext cx="10607040" cy="3856512"/>
        </p:xfrm>
        <a:graphic>
          <a:graphicData uri="http://schemas.openxmlformats.org/drawingml/2006/table">
            <a:tbl>
              <a:tblPr/>
              <a:tblGrid>
                <a:gridCol w="5288147">
                  <a:extLst>
                    <a:ext uri="{9D8B030D-6E8A-4147-A177-3AD203B41FA5}">
                      <a16:colId xmlns:a16="http://schemas.microsoft.com/office/drawing/2014/main" val="2604928577"/>
                    </a:ext>
                  </a:extLst>
                </a:gridCol>
                <a:gridCol w="5318893">
                  <a:extLst>
                    <a:ext uri="{9D8B030D-6E8A-4147-A177-3AD203B41FA5}">
                      <a16:colId xmlns:a16="http://schemas.microsoft.com/office/drawing/2014/main" val="3101010040"/>
                    </a:ext>
                  </a:extLst>
                </a:gridCol>
              </a:tblGrid>
              <a:tr h="482064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dirty="0"/>
                        <a:t>Software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dirty="0"/>
                        <a:t>Purpose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4002829"/>
                  </a:ext>
                </a:extLst>
              </a:tr>
              <a:tr h="482064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dirty="0"/>
                        <a:t>JDK 17 or above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dirty="0"/>
                        <a:t>Java Development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0787526"/>
                  </a:ext>
                </a:extLst>
              </a:tr>
              <a:tr h="482064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dirty="0"/>
                        <a:t>Spring Boot 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dirty="0"/>
                        <a:t>Backend framework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3844348"/>
                  </a:ext>
                </a:extLst>
              </a:tr>
              <a:tr h="482064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dirty="0"/>
                        <a:t>Maven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dirty="0"/>
                        <a:t>Dependency management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4907912"/>
                  </a:ext>
                </a:extLst>
              </a:tr>
              <a:tr h="482064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dirty="0"/>
                        <a:t>MySQL / H2 DB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dirty="0"/>
                        <a:t>Database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3542515"/>
                  </a:ext>
                </a:extLst>
              </a:tr>
              <a:tr h="482064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dirty="0"/>
                        <a:t>Eclipse IDE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dirty="0"/>
                        <a:t>Development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0613607"/>
                  </a:ext>
                </a:extLst>
              </a:tr>
              <a:tr h="482064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dirty="0"/>
                        <a:t>HTML, CSS, JS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dirty="0"/>
                        <a:t>Frontend UI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5460823"/>
                  </a:ext>
                </a:extLst>
              </a:tr>
              <a:tr h="482064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dirty="0"/>
                        <a:t>Browser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dirty="0"/>
                        <a:t>Client interface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33441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815301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1408A3-974E-8483-64B3-F078FF4415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MODULES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F548F0B-D88F-3308-30E4-C8F8FE6E616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17220" y="1387308"/>
            <a:ext cx="7436481" cy="32669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Student Management Module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add, view, update, delete students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Database Module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manages student data persistence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API Communication Module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connects frontend with backend</a:t>
            </a:r>
          </a:p>
        </p:txBody>
      </p:sp>
    </p:spTree>
    <p:extLst>
      <p:ext uri="{BB962C8B-B14F-4D97-AF65-F5344CB8AC3E}">
        <p14:creationId xmlns:p14="http://schemas.microsoft.com/office/powerpoint/2010/main" val="21103295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B6E7A7-1DDC-A02D-2CFD-D49B779289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MODULE DESCRIPTION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598882-17FA-E1E5-603B-658AA3D3D4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Student Management Module</a:t>
            </a:r>
            <a:b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Handles CRUD operations through user interface.</a:t>
            </a:r>
          </a:p>
          <a:p>
            <a:pPr>
              <a:lnSpc>
                <a:spcPct val="150000"/>
              </a:lnSpc>
            </a:pP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 Database Module</a:t>
            </a:r>
            <a:b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Stores student information in MySQL and retrieves it via JPA.</a:t>
            </a:r>
          </a:p>
          <a:p>
            <a:pPr>
              <a:lnSpc>
                <a:spcPct val="150000"/>
              </a:lnSpc>
            </a:pP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 API Communication Module</a:t>
            </a:r>
            <a:b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Uses RESTful endpoints (/</a:t>
            </a:r>
            <a:r>
              <a:rPr lang="en-IN" sz="2000" dirty="0" err="1">
                <a:latin typeface="Arial" panose="020B0604020202020204" pitchFamily="34" charset="0"/>
                <a:cs typeface="Arial" panose="020B0604020202020204" pitchFamily="34" charset="0"/>
              </a:rPr>
              <a:t>api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/students) for data exchange between frontend and backend.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871641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9D06EC-2967-C297-C7B3-188CC480E7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SAMPLE OUTPUT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DD2A649-F11E-C210-7CE7-62F56739B26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0984" y="1690688"/>
            <a:ext cx="7735712" cy="4351338"/>
          </a:xfrm>
        </p:spPr>
      </p:pic>
    </p:spTree>
    <p:extLst>
      <p:ext uri="{BB962C8B-B14F-4D97-AF65-F5344CB8AC3E}">
        <p14:creationId xmlns:p14="http://schemas.microsoft.com/office/powerpoint/2010/main" val="18344267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D8D2A0-8678-BF0F-DECD-8420DFFB3B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SAMPLE OUTPUT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E582FCA-3EA0-A38D-06C3-04BBCD502C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2100" y="1436083"/>
            <a:ext cx="8221980" cy="4624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49685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897E5F-A18D-B4BA-6E2F-754450CE0C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SAMPLE OUTPUT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279BB61-B4FC-20B4-4D4B-74A579A98A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5480" y="1386840"/>
            <a:ext cx="7976616" cy="4486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12191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7CE530-04A4-079A-488C-C18FC5DD6C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2D4BFD-C3F9-64F1-71D0-A16C347075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Student Manager System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successfully demonstrates a simple yet efficient full-stack web application that integrates frontend and backend technologies for complete data management.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It eliminates manual work, improves accuracy, and provides a scalable foundation for future enhancements such as login authentication, advanced analytics, and report generation.</a:t>
            </a:r>
            <a:b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68205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445</Words>
  <Application>Microsoft Office PowerPoint</Application>
  <PresentationFormat>Widescreen</PresentationFormat>
  <Paragraphs>76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Office Theme</vt:lpstr>
      <vt:lpstr>STUDENT MANAGER SYSTEM</vt:lpstr>
      <vt:lpstr>ABSTRACT</vt:lpstr>
      <vt:lpstr>EXISTING SYSTEM</vt:lpstr>
      <vt:lpstr>PROPOSED SYSTEM</vt:lpstr>
      <vt:lpstr>ADVANTAGES</vt:lpstr>
      <vt:lpstr>DISADVANTAGES</vt:lpstr>
      <vt:lpstr>HARDWARE REQUIREMENTS</vt:lpstr>
      <vt:lpstr>SOFTWARE REQUIREMENTS </vt:lpstr>
      <vt:lpstr>MODULES</vt:lpstr>
      <vt:lpstr>MODULE DESCRIPTION</vt:lpstr>
      <vt:lpstr>SAMPLE OUTPUT</vt:lpstr>
      <vt:lpstr>SAMPLE OUTPUT</vt:lpstr>
      <vt:lpstr>SAMPLE OUTPUT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Gautam Bahadur</dc:creator>
  <cp:lastModifiedBy>Jagriti Gupta</cp:lastModifiedBy>
  <cp:revision>2</cp:revision>
  <dcterms:created xsi:type="dcterms:W3CDTF">2025-10-28T10:04:57Z</dcterms:created>
  <dcterms:modified xsi:type="dcterms:W3CDTF">2025-10-29T06:00:19Z</dcterms:modified>
</cp:coreProperties>
</file>